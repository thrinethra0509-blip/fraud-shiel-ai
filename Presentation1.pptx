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19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06CA-4517-8BF7-3F44-488C20A4E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5218C-76C4-E570-08AF-1A31698F8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6EEF-59DE-3429-D540-3A5F4208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1BDAF-1FD8-3618-EE03-F7FC2A9A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9BB5D-52AF-F4EA-F3B3-5A1E8228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64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4187F-AD8E-D428-7320-5B50B457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A353-DADD-92DC-F9DA-F1EDCD357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DDA4-F498-85F9-3AEC-D417EBD6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76CC1-753E-ED70-B22D-F9460E1A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4B890-C5AE-7E96-8F6B-77E42CE8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56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9FA7-167B-8302-A495-30310FBB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68D8-5547-5E3B-ED7C-73E1B1205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9CC42-16D8-2764-1AE6-8E72F5CC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EF285-CB4B-72FC-A565-A8D5C1D1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7178A-B2E3-2E9C-8CF5-014BE6DE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38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C34D-3E87-DF8A-EC38-D1B16BF8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F661-72DE-6018-C9F9-A2491713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6A07A-B890-012C-22CE-EB178FFD8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DFCA8-DBC6-8479-BB4E-A99157F3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BA463-D309-33DC-AE49-CA547282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08634-9A76-CC7E-EE42-B2573B10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20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0FDB-B011-D952-2D4F-5E720C65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A06DD-BEEA-27E1-D50B-49EB3657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A90D9-01AE-D5CB-6B43-A4FE762FF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B0106-529A-B1DF-89BC-DDD449C76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4B397-3709-7660-AEC2-0316EF9C1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D8F3-6437-5AAE-01BC-418DE6BB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392B8-7FF9-7A3F-F9C8-450A5836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B559E-EF1A-8982-C60D-47B16058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34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947B-B2F3-E5B1-7218-BCB0B3E3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5FB2E-D0B5-8D8F-100A-D7019772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9B01A-D4D1-F405-2F51-5BE2A8EA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95511-94D8-98CB-BA47-924AC631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43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064EE-9F5F-0C87-58BC-8D56E21B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B730D-4C91-9EBF-41B9-7876C7A71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6030B-90F9-F50F-9252-EA86B7EB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4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27E1-E086-4339-9BC7-667700FD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D418-66C9-EF3B-6221-29A0DCF42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37795-BFE0-139D-91D1-AC4D9177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51AF2-5E38-E13D-BCC6-D18F51FE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E6181-5D7C-226D-E725-EAD7DBE4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F188D-3C66-6ED5-CB38-D6C7B687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383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966C-DFCD-32C5-B33E-0001971A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A11B0-14A4-0F20-4B60-192BE53288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EB02D-BCA4-341E-1DF6-9776B5773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01AC2-2270-92D4-A5F8-F690D8BC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C89C0-4C17-13E0-9675-21D11538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97B7B-7D4C-3AA5-613F-C5C22D8C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24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3276-F5A9-1C62-F0CC-E2E14D66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CE3C0-D2A9-8913-AA41-4AC7AAF16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2F1F2-BE52-EB95-E994-DC6DA2F1F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BE343-4E35-46A0-17EA-B4C57179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F4359-EFC8-56CF-47B4-AF947591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27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F531B-6C7C-D96E-59F9-38E996336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1D35A-0A04-2975-E1A2-1B74B378D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8E0FD-3169-377D-1346-99EE43F4C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60B0D-CAF3-28CE-661B-4BDFB287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CF579-F9D5-D13A-C880-9601BFB7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1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059EC-F965-1004-3985-AB418388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162BA-0F5C-F5BE-D162-E9666DC17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17906-9FC4-1EFD-8B08-0FE75C2DD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18E10-268B-4F35-A763-8AC76425554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ECC2F-C1D3-A1DD-4388-1719FE76C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42E67-1814-9055-FA2F-CB3AE6D26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C875A-A503-4C5C-BC25-831B089D3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54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224A-10BE-2782-E2C4-99BE43254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BB42E-D2A1-3DC2-9A22-240C4F517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51254-70EA-AED3-6EE6-A9F743A6D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" y="-139879"/>
            <a:ext cx="12173517" cy="699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0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D64F07-7D44-9E3F-CBFA-4BA762B59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999" cy="69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5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D99BA-1433-881A-8035-A6BB71C2D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05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6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2B7F52-F65A-CE76-CBB2-C86A101F0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1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38495-9E5E-0DBC-EE5A-09520165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5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8E9E3-82A8-D8B2-A40B-D58E3980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0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D95CEA-50CA-5801-DA38-F7ABAE451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AC837-CB01-ED62-7D54-E43B0841D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25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B6C8B7-D808-A95E-CF7F-10ACF788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9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0FFD8D-D97C-2D23-1CD2-4BD8D10EE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"/>
            <a:ext cx="12192000" cy="68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5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srisaichemtraders@gmail.com</dc:creator>
  <cp:lastModifiedBy>srisaichemtraders@gmail.com</cp:lastModifiedBy>
  <cp:revision>1</cp:revision>
  <dcterms:created xsi:type="dcterms:W3CDTF">2026-10-13T07:36:28Z</dcterms:created>
  <dcterms:modified xsi:type="dcterms:W3CDTF">2026-10-13T07:39:40Z</dcterms:modified>
</cp:coreProperties>
</file>